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 od prostego ustawienia kontekstu: nie opowiadamy o AI w próżni ani o modzie na AI. Opowiadamy o tym, jak zespół próbuje wykorzystać AI w prawdziwym projekcie, z prawdziwymi ograniczeniami bezpieczeństwa i organizacji. Najważniejsze zdanie na start: celem nie jest używanie AI dla samego używania AI, tylko dopasowanie jej do standardu pracy zespołu.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warto powiedzieć, że wygenerowanie klasy czy metody nie jest najtrudniejsze. Trudniejsze jest zachowanie spójności z projektem, który ma swoje nazewnictwo, strukturę modułów, konfigurację i obowiązkowe elementy. Dla osoby nietechnicznej można to porównać do pisania dokumentu według standardu firmy: sam tekst to jedno, ale format, obieg, akceptacje i właściwy szablon też mają znaczenie.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najważniejszy slajd wyjaśniający. Copilot jest jak bardzo sprawny specjalista od języka programowania. Agent jest jak specjalista, który zna nasz wewnętrzny sposób pracy. Dla biznesu różnica jest taka: mniej przypadkowości, mniej zależności od tego, kto akurat pisze prompt, i większa szansa, że wynik będzie zgodny ze standardem projektu.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tym slajdzie najlepiej opowiedzieć konkretny przykład. Bez agenta trzeba pamiętać o wielu technicznych krokach: model, mapper, repository, konfiguracja, test. Z agentem polecenie może być bliższe językowi domeny: dodaj obsługę tej tabeli. Agent nie zgaduje, tylko korzysta z wiedzy zapisanej przez zespół w instrukcji projektu.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tłumaczy, z czego agent się składa. Warto unikać technicznego opisu plików Markdown. Zamiast tego: agent ma zapisaną wiedzę projektową, potrafi jej używać i pomaga utrzymywać standard. To trochę jak procedura firmowa, która nie tylko leży w dokumentacji, ale realnie prowadzi pracownika przez proces.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warto obiecywać konkretnych procentów oszczędności, jeśli ich jeszcze nie mierzymy. Lepiej powiedzieć: już dziś widzimy krótszą drogę do pierwszego poprawnego wyniku, mniej pomijanych elementów i większą spójność. To są korzyści, które można potem mierzyć czasem review, liczbą poprawek albo liczbą iteracji z Copilotem.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jest ważny, bo pokazuje dojrzałe podejście. Nie mówimy, że AI wszystko zrobi. Mówimy: mamy zatwierdzone narzędzia, ograniczenia bezpieczeństwa, brak dostępu do pewnych mechanizmów i limit tokenów. Dlatego projektujemy użycie AI tak, żeby nie marnować budżetu na długie rozmowy i poprawki.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Zamknij prezentację strategicznym przesłaniem. Dziś zaczynamy od mniejszych agentów do konkretnych zadań. Kierunek jest jednak większy: projekt referencyjny i zestaw agentów, które przenoszą architekturę między zespołami. Najważniejsze zdanie końcowe: agent nie jest generatorem kodu, tylko mechanizmem egzekwowania architektury projektu.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051560"/>
            <a:ext cx="1508760" cy="150876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14721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378440" y="2743200"/>
            <a:ext cx="0" cy="1051560"/>
          </a:xfrm>
          <a:prstGeom prst="line">
            <a:avLst/>
          </a:prstGeom>
          <a:noFill/>
          <a:ln w="25400">
            <a:solidFill>
              <a:srgbClr val="FF620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0" y="4069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079992" y="4690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projektowy framework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testów automatycznych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00584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166420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asystenta kodu do narzędzia, które zna nasz sposób pracy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290779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wykorzystujemy AI w automatyzacji testów — mimo ograniczeń bezpieczeństwa i budżetu AI.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49808" y="53492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Główna myśl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5650992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chodzi o „więcej AI”. Chodzi o AI lepiej dopasowane do pracy zespołu.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 WYJŚCIA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Największy problem nie brzmi: „jak napisać kod?”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brzmi: jak napisać go zgodnie z naszym projektem?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4892040" y="2788920"/>
            <a:ext cx="2395728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FF62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47488" y="367588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do testów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automatycznych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3218688"/>
            <a:ext cx="-2194560" cy="-822960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657600"/>
            <a:ext cx="-2377440" cy="841248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3218688"/>
            <a:ext cx="1645920" cy="-713232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3657600"/>
            <a:ext cx="1627632" cy="530352"/>
          </a:xfrm>
          <a:prstGeom prst="line">
            <a:avLst/>
          </a:prstGeom>
          <a:noFill/>
          <a:ln w="1397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176272"/>
            <a:ext cx="2011680" cy="658368"/>
          </a:xfrm>
          <a:prstGeom prst="rect">
            <a:avLst/>
          </a:prstGeom>
          <a:solidFill>
            <a:srgbClr val="EAF2FF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różne systemy i formaty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15968"/>
            <a:ext cx="2331720" cy="658368"/>
          </a:xfrm>
          <a:prstGeom prst="rect">
            <a:avLst/>
          </a:prstGeom>
          <a:solidFill>
            <a:srgbClr val="E8F6EF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Bazy danych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modele, mapowania, repozytoria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0" y="2176272"/>
            <a:ext cx="2331720" cy="658368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/ MQ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kolejki, komunikaty, konfiguracja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35440" y="4315968"/>
            <a:ext cx="2148840" cy="658368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Raportowanie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logi, Allure, diagnostyka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5321808"/>
            <a:ext cx="7040880" cy="438912"/>
          </a:xfrm>
          <a:prstGeom prst="rect">
            <a:avLst/>
          </a:prstGeom>
          <a:solidFill>
            <a:srgbClr val="F0F0F0"/>
          </a:solidFill>
          <a:ln>
            <a:solidFill>
              <a:srgbClr val="D9D9D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takim projekcie wiedza jest rozproszona: nazewnictwo, struktura, wymagane elementy, kolejność kroków i lokale konwencje.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3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KLUCZOWA RÓŻNICA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zna Javę. Agent zna nasz framework.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Dlatego agent daje wynik bardziej zbliżony do tego, czego faktycznie potrzebuje zespół.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4892040" cy="475488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Ogólny Copilot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274320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potrafi wygenerować poprawny kod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zna język i popularne wzorce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nie zna naszych lokalnych zasad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może pominąć obowiązkowy krok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często wymaga kolejnych promptów i poprawek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4892040" cy="475488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projektowy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74320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zna strukturę i nazewnictwo projektu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wie, jakie artefakty są obowiązkowe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stosuje jeden ustalony standard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wykonuje cały proces, nie tylko pojedynczy plik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daje bardziej powtarzalny pierwszy wynik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2267712"/>
            <a:ext cx="0" cy="3090672"/>
          </a:xfrm>
          <a:prstGeom prst="line">
            <a:avLst/>
          </a:prstGeom>
          <a:noFill/>
          <a:ln w="15240">
            <a:solidFill>
              <a:srgbClr val="FF6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650992"/>
            <a:ext cx="8412480" cy="475488"/>
          </a:xfrm>
          <a:prstGeom prst="rect">
            <a:avLst/>
          </a:prstGeom>
          <a:solidFill>
            <a:srgbClr val="333333"/>
          </a:solidFill>
          <a:ln>
            <a:solidFill>
              <a:srgbClr val="333333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różnica jest biznesowo ważna: nie chodzi tylko o szybsze pisanie kodu, ale o egzekwowanie sposobu pracy zespołu.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4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polecenie biznesowe zamiast listy technicznych kroków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Przykład: dodanie obsługi nowej tabeli danych.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023360" cy="45720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agenta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stwórz model danych</a:t>
            </a:r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stwórz mapper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stwórz repository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dopisz konfigurację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dodaj test kontrolny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960120" y="49194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krok trzeba znać, opisać albo poprawić po drodze.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3703320"/>
            <a:ext cx="1188720" cy="0"/>
          </a:xfrm>
          <a:prstGeom prst="line">
            <a:avLst/>
          </a:prstGeom>
          <a:noFill/>
          <a:ln w="38100">
            <a:solidFill>
              <a:srgbClr val="FF62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903720" y="2084832"/>
            <a:ext cx="4480560" cy="45720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agentem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3054096"/>
            <a:ext cx="37490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9D9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„Dodaj obsługę tabeli KafkaMessages”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3776472"/>
            <a:ext cx="0" cy="731520"/>
          </a:xfrm>
          <a:prstGeom prst="line">
            <a:avLst/>
          </a:prstGeom>
          <a:noFill/>
          <a:ln w="31750">
            <a:solidFill>
              <a:srgbClr val="FF62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69480" y="46451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wykonuje uzgodniony proces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generuje komplet wymaganych elementów.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JEST W ŚRODKU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 nie „magia”. To wiedza zespołu zamieniona w działający standard.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Największa wartość leży w tym, że instrukcja nie jest tylko opisana — ona jest używana.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265176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Wiedza projektowa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Architektura, nazewnictwo, pakiety, obowiązkowe elementy i przykłady poprawnych rozwiązań.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240280"/>
            <a:ext cx="3337560" cy="265176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Dokumentacja wykonywalna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Zamiast strony w Confluence mamy krok po kroku proces, który agent faktycznie wykonuje.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2240280"/>
            <a:ext cx="3337560" cy="265176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Egzekwowanie standardu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nie wymyśla własnej architektury. Implementuje zasady zdefiniowane przez zespół.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5440680"/>
            <a:ext cx="790956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praktyce: prosty plik instrukcji + wzorce + ograniczenia = powtarzalne działanie agenta.</a:t>
            </a:r>
            <a:endParaRPr lang="en-US" sz="12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6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WARTOŚĆ DZIŚ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zyskujemy już dziś?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Najpierw korzyści operacyjne: mniej poprawek, mniej pomyłek i bardziej przewidywalny wynik.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337560" cy="123444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iteracji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dobrze zaprojektowana instrukcja zastępuje serię doprecyzowań z Copilotem.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2011680"/>
            <a:ext cx="3337560" cy="123444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pominięć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Trudniej zapomnieć o mapperze, repository, konfiguracji czy teście kontrolnym.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2011680"/>
            <a:ext cx="3337560" cy="123444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Spójniejszy kod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 elementy mają ten sam układ i styl, niezależnie od autora.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3337560" cy="123444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Szybszy onboarding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Nowa osoba nie musi od razu znać całej historii frameworka.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3886200"/>
            <a:ext cx="3337560" cy="123444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wiedzy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wiedzy projektowej przestaje być zależna od pojedynczych ekspertów.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3886200"/>
            <a:ext cx="3337560" cy="123444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Lepsze użycie budżetu AI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promptów i poprawek oznacza rozsądniejsze wykorzystanie limitów.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7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OGRANICZENIA I KONTROLA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realnym projekcie ma granice — i to jest zdrowe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wszystko można lub warto automatyzować. W firmie liczy się bezpieczeństwo, koszt i kontrola.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4892040" cy="438912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Nasze ograniczenia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korzystamy z zatwierdzonego GitHub Copilota</a:t>
            </a:r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brak MCP i swobodnego podłączania zewnętrznych narzędzi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nie pobieramy gotowych agentów z internetu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mamy wewnętrzny limit użycia AI: ok. 3000, później ok. 1500 tokenów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wygenerowany kod nadal przechodzi review człowieka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400800" y="2084832"/>
            <a:ext cx="4892040" cy="438912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56832" y="3035808"/>
            <a:ext cx="43891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ograniczonym „budżecie AI”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opłaca się prowadzić długich rozmów z modelem.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Bardziej opłaca się raz zbudować dobre, własne narzędzie i używać go wielokrotnie.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5285232"/>
            <a:ext cx="3520440" cy="310896"/>
          </a:xfrm>
          <a:prstGeom prst="rect">
            <a:avLst/>
          </a:prstGeom>
          <a:solidFill>
            <a:srgbClr val="333333"/>
          </a:solidFill>
          <a:ln>
            <a:solidFill>
              <a:srgbClr val="333333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„czatowania”  →  więcej reuse’u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projekcie ATAT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kobiet  |  8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KIERUNEK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generowania kodu do silnika wiedzy projektowej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Docelowo agent ma nie tylko pomagać pisać kod, ale wspierać utrzymanie architektury projektu.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4251960" cy="2148840"/>
          </a:xfrm>
          <a:prstGeom prst="rect">
            <a:avLst/>
          </a:prstGeom>
          <a:solidFill>
            <a:srgbClr val="F0F0F0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Dzisiaj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Pojedyncze, wyspecjalizowane agenty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dodaj obsługę tabeli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dopisz connector Kafka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wygeneruj elementy zgodne ze standardem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wspieraj review konkretnego testu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3246120"/>
            <a:ext cx="1234440" cy="0"/>
          </a:xfrm>
          <a:prstGeom prst="line">
            <a:avLst/>
          </a:prstGeom>
          <a:noFill/>
          <a:ln w="38100">
            <a:solidFill>
              <a:srgbClr val="FF62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086600" y="2240280"/>
            <a:ext cx="4343400" cy="2148840"/>
          </a:xfrm>
          <a:prstGeom prst="rect">
            <a:avLst/>
          </a:prstGeom>
          <a:solidFill>
            <a:srgbClr val="FFF0E8"/>
          </a:solidFill>
          <a:ln w="10160">
            <a:solidFill>
              <a:srgbClr val="D9D9D9">
                <a:alpha val="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Supported Template Project Engine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projekt referencyjny i zestaw agentów opartych o ten projekt. Zespół opisuje intencję, a AI wykonuje kolejne kroki zgodnie z architekturą.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230368"/>
            <a:ext cx="10469880" cy="566928"/>
          </a:xfrm>
          <a:prstGeom prst="rect">
            <a:avLst/>
          </a:prstGeom>
          <a:solidFill>
            <a:srgbClr val="333333"/>
          </a:solidFill>
          <a:ln>
            <a:solidFill>
              <a:srgbClr val="333333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nie jest generatorem kodu. Agent jest mechanizmem egzekwowania architektury projektu.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5961888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właśnie odróżnia go od zwykłego Copilota: Copilot zna Javę, agent zna nasz framework.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 projekcie ATAT</dc:title>
  <dc:subject>AI w projekcie ATAT</dc:subject>
  <dc:creator>OpenAI</dc:creator>
  <cp:lastModifiedBy>OpenAI</cp:lastModifiedBy>
  <cp:revision>1</cp:revision>
  <dcterms:created xsi:type="dcterms:W3CDTF">2026-08-11T08:17:53Z</dcterms:created>
  <dcterms:modified xsi:type="dcterms:W3CDTF">2026-08-11T08:17:53Z</dcterms:modified>
</cp:coreProperties>
</file>